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72" r:id="rId3"/>
    <p:sldId id="273" r:id="rId4"/>
    <p:sldId id="274" r:id="rId5"/>
    <p:sldId id="275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45161-52CE-4A61-844D-FDE412A4B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D233A-84D2-426B-9E9F-DFBD30633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3B237-4635-4DD4-9DD9-17C261123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7C946-A17C-45F5-A0A9-D8B52C8B5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E5F1F-47FC-49F4-B248-4BDC6F588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9CA62-72D0-4C77-9DE5-7632F6E10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16E0B-EBCC-4EFF-90B1-9EA804D0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95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E6AC-2284-4F68-93AB-A8CED3EE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C4E07-A4A7-4C40-A34C-C46DCB382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§"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685800" indent="-228600">
              <a:lnSpc>
                <a:spcPct val="100000"/>
              </a:lnSpc>
              <a:buClr>
                <a:srgbClr val="7030A0"/>
              </a:buClr>
              <a:buFont typeface="Wingdings" panose="05000000000000000000" pitchFamily="2" charset="2"/>
              <a:buChar char="§"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lnSpc>
                <a:spcPct val="100000"/>
              </a:lnSpc>
              <a:buClr>
                <a:schemeClr val="accent6"/>
              </a:buCl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lnSpc>
                <a:spcPct val="100000"/>
              </a:lnSpc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lnSpc>
                <a:spcPct val="100000"/>
              </a:lnSpc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262E3E-33E2-4E7D-8CC6-076C590548CA}"/>
              </a:ext>
            </a:extLst>
          </p:cNvPr>
          <p:cNvCxnSpPr/>
          <p:nvPr userDrawn="1"/>
        </p:nvCxnSpPr>
        <p:spPr>
          <a:xfrm>
            <a:off x="838200" y="1571348"/>
            <a:ext cx="9113668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8770D13-C3B8-4042-916A-ED8F251C1A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8168" y="408781"/>
            <a:ext cx="619125" cy="61912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60153-5C27-4BB9-AE26-5E0D51AC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3B3B7FD-5C70-4BE9-823E-FC6EDA94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– Khoa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E4FE459-7A6C-4DFC-A01D-1240ABE8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29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F5E7-BA8B-4EAF-9F21-F02FBD4C8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7D012-B2CE-4DFF-9AD7-9AD98ABD2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C4FDC-1551-4D5F-A3D9-23CDAF6B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E37C1-C8D3-451A-935C-00B508499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E7AC5-5D15-40B4-84A6-DEA7ED5B9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44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381B7-D9B6-4368-98A9-F9A24983B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4400" kern="1200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35FF0-1E13-4CB5-B165-CCCC9330F9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228600" indent="-228600">
              <a:buClr>
                <a:srgbClr val="FF0000"/>
              </a:buClr>
              <a:buFont typeface="Wingdings" panose="05000000000000000000" pitchFamily="2" charset="2"/>
              <a:buChar char="§"/>
              <a:defRPr lang="en-US"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>
              <a:buClr>
                <a:schemeClr val="accent6"/>
              </a:buClr>
              <a:buFont typeface="Wingdings" panose="05000000000000000000" pitchFamily="2" charset="2"/>
              <a:buChar char="§"/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5C98F-8999-426F-ACFB-E552B65F3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lang="en-US" sz="28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>
              <a:defRPr lang="en-US" sz="24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2BF8C-DC0C-495E-B3DE-97DEF18C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E7A32-142F-4978-88A2-94E5AC23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D4018-A452-4271-ADAC-611C23928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67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53C3-201D-4477-AE41-B5E85D802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2C2F3-A6E8-485A-A7CA-6857768BA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292A2-7250-44FE-8A36-5C6E74336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6A7E3-2776-491B-BB94-DEEA48E9C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DB9A58-3BB6-4AC0-BD31-060097E2B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27FD0D-BBAF-4F42-B4AB-B87517D8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81F45C-9A02-4A07-9A0E-777E0CF8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A9D7A6-C66F-4A09-9D02-A6F79AE4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86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AC954-E003-42EB-B8FE-C8283492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82E317-F02E-4B26-BD38-CFD8CA742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E3309-E633-44CD-9A39-C25D474FE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4CB18-1063-4373-8567-073EBD48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84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08F322-3DDC-41A7-8A13-67E3E611D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DBF355-AC65-4EAC-A2AC-54E44C23E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49400-3069-474F-88E1-43F7466D5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3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245C2-9E0F-4708-82EF-45EBBC1B5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FD7B3-CD1E-4B66-A780-0B8698286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88D5E-B86A-43B3-9D62-8C3D56CEF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CA1AC-8E42-4933-865E-6AFC10D1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B9723-CB13-4B97-9AAD-25D250AFB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165E9-E821-4418-B218-6B0C7BB6A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55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4502-B289-406D-9F43-0ABE8FC74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9A801-4267-40A9-9996-9D945BA9A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43619-1AFC-49B5-A247-4B7929B70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99C1E-8B19-460F-8504-4B6C7D6F3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F92A1-219D-40B2-971F-61C78EE7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DE755-4DED-4569-8725-09F27BE09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0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79BDF-504A-45B7-AD49-F495CC36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3B3A9C-0E40-4C02-9350-B402CD72A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30D5C-277A-4E05-8B99-78043F0C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94EA9-E240-4C53-8477-76CCCA25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33A25-C32D-4D07-BC11-3F118BB1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7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0D767-DA01-4B19-8DDE-725E11ADD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26107-C8CE-4B06-8146-E2385DA94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293C1-C035-4853-95AC-6196852D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E8817-07FA-4B7B-BAF5-2AD8BDF7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74081-AA7D-4556-9442-4D9CA6D80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04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0414F1-02EF-44D7-9FE9-B7D3A5D50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A7D9A-8FED-4FDB-8900-B351A111D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183E3-7B52-41E3-8211-9684C7C92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22EC3-CA49-48D6-96FD-899FE4B7A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Bộ môn Khoa học Máy tính – Khoa Công nghệ thông tin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46C53-2FBC-4973-8004-55BAE193C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89DF4-9778-47F5-8818-5C1629108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21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F543-389F-4B34-BBD6-4FA1BB6232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Khoa </a:t>
            </a:r>
            <a:r>
              <a:rPr lang="en-US" b="1" dirty="0" err="1"/>
              <a:t>học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ECC7E-67D0-4A0C-AD4E-9CA6D1E8B4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149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71D2-9133-48E7-BCCD-0B9BD45E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54F82-358A-4949-93AE-3A5525C82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Tên: Nguyễn Việt Anh</a:t>
            </a:r>
            <a:endParaRPr lang="en-US" dirty="0"/>
          </a:p>
          <a:p>
            <a:r>
              <a:rPr lang="vi-VN" dirty="0"/>
              <a:t>Email: vietanh@vnu.edu.vn</a:t>
            </a:r>
          </a:p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: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vi-VN" dirty="0"/>
          </a:p>
          <a:p>
            <a:r>
              <a:rPr lang="vi-VN" dirty="0"/>
              <a:t>Hướng nghiên cứu:</a:t>
            </a:r>
          </a:p>
          <a:p>
            <a:pPr lvl="1"/>
            <a:r>
              <a:rPr lang="vi-VN" dirty="0"/>
              <a:t>Learning Analytics</a:t>
            </a:r>
          </a:p>
          <a:p>
            <a:pPr lvl="1"/>
            <a:r>
              <a:rPr lang="vi-VN" dirty="0"/>
              <a:t>Personalizied Systems/ Recommender Systems</a:t>
            </a:r>
          </a:p>
          <a:p>
            <a:pPr lvl="1"/>
            <a:r>
              <a:rPr lang="vi-VN" dirty="0"/>
              <a:t>User modeling</a:t>
            </a:r>
          </a:p>
          <a:p>
            <a:pPr lvl="1"/>
            <a:r>
              <a:rPr lang="vi-VN" dirty="0"/>
              <a:t>E-learning /M-learning</a:t>
            </a:r>
          </a:p>
          <a:p>
            <a:r>
              <a:rPr lang="vi-VN" dirty="0"/>
              <a:t>Thông tin thêm: http://uet.vnu.edu.vn/~vietanh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D29CE-5452-4B7B-81D5-B3DF3FAD1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1CBFD-B8A4-493A-96AA-6B5E97B9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B8380-5711-4B5F-8E2C-2D21765C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189E-AC84-4952-AB92-F2294CC6F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22C79-6A40-440A-A77A-CA7C0879D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vi-VN" b="1" dirty="0"/>
              <a:t>Hiểu về khái niệm và nguyên lý của Khoa học dữ liệu</a:t>
            </a:r>
            <a:endParaRPr lang="en-US" b="1" dirty="0"/>
          </a:p>
          <a:p>
            <a:pPr lvl="1"/>
            <a:r>
              <a:rPr lang="vi-VN" b="1" dirty="0"/>
              <a:t> Xử lý và Phân tích dữ liệu</a:t>
            </a:r>
            <a:endParaRPr lang="en-US" b="1" dirty="0"/>
          </a:p>
          <a:p>
            <a:pPr lvl="1"/>
            <a:r>
              <a:rPr lang="en-US" b="1" dirty="0"/>
              <a:t>Ứ</a:t>
            </a:r>
            <a:r>
              <a:rPr lang="vi-VN" b="1" dirty="0"/>
              <a:t>ng dụng Khoa học dữ liệu vào một số lĩnh vực</a:t>
            </a:r>
            <a:endParaRPr lang="en-US" b="1" dirty="0"/>
          </a:p>
          <a:p>
            <a:pPr lvl="1"/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hiểu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cụ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tế</a:t>
            </a:r>
            <a:r>
              <a:rPr lang="en-US" b="1" dirty="0"/>
              <a:t> </a:t>
            </a:r>
            <a:r>
              <a:rPr lang="en-US" b="1" dirty="0" err="1"/>
              <a:t>để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tích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, </a:t>
            </a:r>
            <a:r>
              <a:rPr lang="en-US" b="1" dirty="0" err="1"/>
              <a:t>chuyển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, </a:t>
            </a:r>
            <a:r>
              <a:rPr lang="en-US" b="1" dirty="0" err="1"/>
              <a:t>thí</a:t>
            </a:r>
            <a:r>
              <a:rPr lang="en-US" b="1" dirty="0"/>
              <a:t> </a:t>
            </a:r>
            <a:r>
              <a:rPr lang="en-US" b="1" dirty="0" err="1"/>
              <a:t>nghiệm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đánh</a:t>
            </a:r>
            <a:r>
              <a:rPr lang="en-US" b="1" dirty="0"/>
              <a:t> </a:t>
            </a:r>
            <a:r>
              <a:rPr lang="en-US" b="1" dirty="0" err="1"/>
              <a:t>giá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qua </a:t>
            </a:r>
            <a:r>
              <a:rPr lang="en-US" b="1" dirty="0" err="1"/>
              <a:t>ngôn</a:t>
            </a:r>
            <a:r>
              <a:rPr lang="en-US" b="1" dirty="0"/>
              <a:t> </a:t>
            </a:r>
            <a:r>
              <a:rPr lang="en-US" b="1" dirty="0" err="1"/>
              <a:t>ngữ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trình</a:t>
            </a:r>
            <a:r>
              <a:rPr lang="en-US" b="1" dirty="0"/>
              <a:t> Python.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8915-ED39-481A-8FD0-C2EBEECDB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61390-0B4C-4A0A-BC2F-76712A806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F1603-9A58-4DA1-8E09-600868AE2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35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BE10-F116-4783-AC31-DBA84FBA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51BFA-6926-4698-901D-E10187878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Để có kiến thức về khoa học dữ liệu</a:t>
            </a:r>
          </a:p>
          <a:p>
            <a:r>
              <a:rPr lang="vi-VN" dirty="0"/>
              <a:t>Để có kĩ năng viết chương trình phục vụ cho các bài t</a:t>
            </a:r>
            <a:r>
              <a:rPr lang="en-US" dirty="0" err="1"/>
              <a:t>oán</a:t>
            </a:r>
            <a:r>
              <a:rPr lang="en-US" dirty="0"/>
              <a:t> </a:t>
            </a:r>
            <a:r>
              <a:rPr lang="vi-VN" dirty="0"/>
              <a:t>thuộc ngành khoa học dữ liệu</a:t>
            </a:r>
          </a:p>
          <a:p>
            <a:r>
              <a:rPr lang="vi-VN" dirty="0"/>
              <a:t>Để có hiểu biết về công việc của người làm khoa học dữ liệu và các bài toán liên quan</a:t>
            </a:r>
          </a:p>
          <a:p>
            <a:r>
              <a:rPr lang="vi-VN" dirty="0"/>
              <a:t>Để có hiểu biết về cách ứng dụng khoa học dữ liệu vào các vấn đề trong thực tế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DECCD-122A-4D71-B84F-B2C4AF5CD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B87E0-5B4F-4F02-BEF4-8C13F527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33B2-0D4A-4137-BC95-C092878C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03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6AF3-BD34-47D9-9947-EDA0F84A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E4A67-3FF2-43D1-8428-2A1CD91AC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25635" cy="4351338"/>
          </a:xfrm>
        </p:spPr>
        <p:txBody>
          <a:bodyPr/>
          <a:lstStyle/>
          <a:p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portal CANVAS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98A4C-E949-42C9-AD55-7DDD2A2E5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0EA24-27E6-400C-8621-CD5C4223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C346B-BCCF-4444-B644-D182FD0C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4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9277-1DEC-4ADA-8813-6F5EDF20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AFA5F-D8DE-4BA7-93CF-A7BFD4039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3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buổi</a:t>
            </a:r>
            <a:r>
              <a:rPr lang="en-US" dirty="0"/>
              <a:t> 3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2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endParaRPr lang="en-US" dirty="0"/>
          </a:p>
          <a:p>
            <a:pPr lvl="2"/>
            <a:r>
              <a:rPr lang="en-US" dirty="0"/>
              <a:t>1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BD63C-DE9C-4CF9-B591-C4ACD0AE5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8530C-F119-4CC7-9547-3996C3B6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80C91-B2A5-4430-B8E2-E1D0E0AB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43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58AB7-C786-4B24-9F2E-5F18E71E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D5A80-1E2D-41B4-99CE-8CA1AA464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(40%):</a:t>
            </a:r>
          </a:p>
          <a:p>
            <a:pPr lvl="1"/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kỳ</a:t>
            </a:r>
            <a:endParaRPr lang="en-US" dirty="0"/>
          </a:p>
          <a:p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(60%):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B5352-CF23-4FB7-AD3D-CB81FD2E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F1999-0454-4A15-B4B1-862F3FE32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D0354-9EDE-4BD9-B3F2-B57015EF9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71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F333-BBEE-44D8-9B5D-E1A41FEC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cần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21C0B-FC94-40BD-818B-ECD83F0FD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Học với phương châm tự nghiên cứu</a:t>
            </a:r>
          </a:p>
          <a:p>
            <a:r>
              <a:rPr lang="vi-VN" dirty="0"/>
              <a:t>Chuẩn bị bài trước ở nhà</a:t>
            </a:r>
          </a:p>
          <a:p>
            <a:r>
              <a:rPr lang="vi-VN" dirty="0"/>
              <a:t>Tìm kiếm thông tin nhiều nguồn </a:t>
            </a:r>
          </a:p>
          <a:p>
            <a:r>
              <a:rPr lang="vi-VN" dirty="0"/>
              <a:t>Tích cực làm các bài tập</a:t>
            </a:r>
          </a:p>
          <a:p>
            <a:r>
              <a:rPr lang="en-US" dirty="0" err="1"/>
              <a:t>Tò</a:t>
            </a:r>
            <a:r>
              <a:rPr lang="en-US" dirty="0"/>
              <a:t> </a:t>
            </a:r>
            <a:r>
              <a:rPr lang="en-US" dirty="0" err="1"/>
              <a:t>mò</a:t>
            </a:r>
            <a:r>
              <a:rPr lang="en-US" dirty="0"/>
              <a:t>, </a:t>
            </a:r>
            <a:r>
              <a:rPr lang="en-US" dirty="0" err="1"/>
              <a:t>sáng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nhạy</a:t>
            </a:r>
            <a:r>
              <a:rPr lang="en-US" dirty="0"/>
              <a:t> </a:t>
            </a:r>
            <a:r>
              <a:rPr lang="en-US" dirty="0" err="1"/>
              <a:t>bén</a:t>
            </a:r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C155C-7D64-4E48-8A26-0D0B714F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40CE3-7531-4F35-9933-AA25C2A11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ED631-72FE-4543-98DB-207DD29DE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80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8BA3F-CE6F-42F2-A0CD-B1ACAF41E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E6B59-2C5F-48D5-B3AC-8F5C72384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Tham ra và thực hiện đầy đủ các yêu cầu của môn học</a:t>
            </a:r>
          </a:p>
          <a:p>
            <a:r>
              <a:rPr lang="vi-VN" b="1" dirty="0">
                <a:solidFill>
                  <a:srgbClr val="FF0000"/>
                </a:solidFill>
              </a:rPr>
              <a:t>Sinh viên không đi học, không làm bài tập đầy đủ không được thi Cuối kỳ</a:t>
            </a:r>
            <a:r>
              <a:rPr lang="en-US" b="1" dirty="0">
                <a:solidFill>
                  <a:srgbClr val="FF0000"/>
                </a:solidFill>
              </a:rPr>
              <a:t>.</a:t>
            </a:r>
            <a:r>
              <a:rPr lang="vi-VN" b="1" dirty="0">
                <a:solidFill>
                  <a:srgbClr val="FF0000"/>
                </a:solidFill>
              </a:rPr>
              <a:t>Sinh viên có hành vi gian lận trong học tập (điểm danh hộ, lấy bài tập của người khác …) sẽ bị trượt môn học.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F0772-02DB-4AD2-9D49-2B6CB32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C8033-5211-408C-9792-15C439B55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Bộ môn Khoa học Máy tính – Khoa Công nghệ thông tin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FC60E-A924-4A36-AAAE-7C2FD5777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89DF4-9778-47F5-8818-5C16291088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26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dout-2024.potx" id="{E9ED96AD-CFB5-40DD-9F10-661D3AE1CD66}" vid="{65901972-502B-4870-BDC5-1BFC3185BEB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</TotalTime>
  <Words>484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Candara</vt:lpstr>
      <vt:lpstr>Verdana</vt:lpstr>
      <vt:lpstr>Wingdings</vt:lpstr>
      <vt:lpstr>Office Theme</vt:lpstr>
      <vt:lpstr>Khoa học dữ liệu</vt:lpstr>
      <vt:lpstr>About me</vt:lpstr>
      <vt:lpstr>Mục tiêu môn học</vt:lpstr>
      <vt:lpstr>Tại sao tìm hiểu chủ đề này</vt:lpstr>
      <vt:lpstr>Thông tin về môn học</vt:lpstr>
      <vt:lpstr>Tổ chức học tập</vt:lpstr>
      <vt:lpstr>Kiểm tra đánh giá</vt:lpstr>
      <vt:lpstr>Để học tốt môn này cần</vt:lpstr>
      <vt:lpstr>Yêu cầu chung của môn học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về  Khoa học dữ liệu</dc:title>
  <dc:creator>Việt Anh Nguyễn</dc:creator>
  <cp:lastModifiedBy>Việt Anh Nguyễn</cp:lastModifiedBy>
  <cp:revision>46</cp:revision>
  <dcterms:created xsi:type="dcterms:W3CDTF">2023-09-26T03:45:51Z</dcterms:created>
  <dcterms:modified xsi:type="dcterms:W3CDTF">2026-02-23T04:10:54Z</dcterms:modified>
</cp:coreProperties>
</file>